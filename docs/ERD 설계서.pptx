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ERD 설계서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EC8E3"/>
                </a:solidFill>
              </a:rPr>
              <a:t>셀피시 클럽 AI 에이전트 협업 시스템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9C4"/>
                </a:solidFill>
              </a:rPr>
              <a:t>버전 v1.0  |  파일 시스템 + 외부 서비스 기반 데이터 모델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도메인 엔티티 관계도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828800" cy="640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VaultFile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2011680"/>
            <a:ext cx="1828800" cy="640080"/>
          </a:xfrm>
          <a:prstGeom prst="rect">
            <a:avLst/>
          </a:prstGeom>
          <a:solidFill>
            <a:srgbClr val="2E609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MissionFile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3017520"/>
            <a:ext cx="1828800" cy="640080"/>
          </a:xfrm>
          <a:prstGeom prst="rect">
            <a:avLst/>
          </a:prstGeom>
          <a:solidFill>
            <a:srgbClr val="2E609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MeetingFile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4023360"/>
            <a:ext cx="1828800" cy="640080"/>
          </a:xfrm>
          <a:prstGeom prst="rect">
            <a:avLst/>
          </a:prstGeom>
          <a:solidFill>
            <a:srgbClr val="2E609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" y="4023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SkillFile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645920"/>
            <a:ext cx="2011680" cy="6400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AnalysisReport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2011680" cy="640080"/>
          </a:xfrm>
          <a:prstGeom prst="rect">
            <a:avLst/>
          </a:prstGeom>
          <a:solidFill>
            <a:srgbClr val="0077B5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645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LinkedInDraft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4754880"/>
            <a:ext cx="1828800" cy="54864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8600" y="4754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NotionMeeting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3108960"/>
            <a:ext cx="2194560" cy="64008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WorkflowDefinition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108960"/>
            <a:ext cx="2194560" cy="64008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3108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WorkflowExecution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4297680"/>
            <a:ext cx="1828800" cy="54864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74720" y="4297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AuditLog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57400" y="1325880"/>
            <a:ext cx="141732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2331720"/>
            <a:ext cx="141732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1143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is-a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9456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is-a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0" y="1965960"/>
            <a:ext cx="0" cy="-59436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generates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1965960"/>
            <a:ext cx="9144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generates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0" y="3429000"/>
            <a:ext cx="73152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executes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엔티티 상세 — 파일 도메인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VaultFile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2743200" cy="3200400"/>
        </p:xfrm>
        <a:graphic>
          <a:graphicData uri="http://schemas.openxmlformats.org/drawingml/2006/table">
            <a:tbl>
              <a:tblPr/>
              <a:tblGrid>
                <a:gridCol w="777240"/>
                <a:gridCol w="1005840"/>
                <a:gridCol w="96012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필드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타입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 (PK)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파일 절대 경로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파일명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content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MD 본문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frontmatter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Record&lt;string,unknown&gt;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YAML 메타데이터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modifiedAt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ISO 8601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최종 수정일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solidFill>
            <a:srgbClr val="2E6099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MissionFile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0" y="1371600"/>
          <a:ext cx="2743200" cy="3200400"/>
        </p:xfrm>
        <a:graphic>
          <a:graphicData uri="http://schemas.openxmlformats.org/drawingml/2006/table">
            <a:tbl>
              <a:tblPr/>
              <a:tblGrid>
                <a:gridCol w="777240"/>
                <a:gridCol w="1005840"/>
                <a:gridCol w="96012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필드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타입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 (PK)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파일 경로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미션 제목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content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미션 내용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tags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string[]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['mission'] 포함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126480" y="960120"/>
            <a:ext cx="2743200" cy="384048"/>
          </a:xfrm>
          <a:prstGeom prst="rect">
            <a:avLst/>
          </a:prstGeom>
          <a:solidFill>
            <a:srgbClr val="0D7681"/>
          </a:solidFill>
          <a:ln/>
        </p:spPr>
      </p:sp>
      <p:sp>
        <p:nvSpPr>
          <p:cNvPr id="11" name="Text 7"/>
          <p:cNvSpPr/>
          <p:nvPr/>
        </p:nvSpPr>
        <p:spPr>
          <a:xfrm>
            <a:off x="612648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MeetingFile</a:t>
            </a:r>
            <a:endParaRPr lang="en-US" sz="14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371600"/>
          <a:ext cx="2743200" cy="3200400"/>
        </p:xfrm>
        <a:graphic>
          <a:graphicData uri="http://schemas.openxmlformats.org/drawingml/2006/table">
            <a:tbl>
              <a:tblPr/>
              <a:tblGrid>
                <a:gridCol w="777240"/>
                <a:gridCol w="1005840"/>
                <a:gridCol w="96012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필드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타입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 (PK)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파일 경로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회의 제목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회의일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participants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string[]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참석자 목록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notionPageId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Notion 페이지 ID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엔티티 상세 — 워크플로우 / 감사 로그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84048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WorkflowDefinition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3840480" cy="256032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55448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필드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타입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string (PK)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워크플로우 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워크플로우 명칭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triggerType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'event'|'cron'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트리거 유형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steps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WorkflowStep[]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실행 단계 배열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errorStrategy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'stop'|'continue'|'retry'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오류 처리 전략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960120"/>
            <a:ext cx="384048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AuditLog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840480" cy="256032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55448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필드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타입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timestamp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ISO 8601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기록 시각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actor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실행 주체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command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실행 명령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resource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대상 리소스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'success'|'failure'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4023360"/>
            <a:ext cx="859536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0233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데이터 저장 위치 요약</a:t>
            </a:r>
            <a:endParaRPr lang="en-US" sz="14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416552"/>
          <a:ext cx="8595360" cy="685800"/>
        </p:xfrm>
        <a:graphic>
          <a:graphicData uri="http://schemas.openxmlformats.org/drawingml/2006/table">
            <a:tbl>
              <a:tblPr/>
              <a:tblGrid>
                <a:gridCol w="5029200"/>
                <a:gridCol w="3566160"/>
              </a:tblGrid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엔티티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저장 위치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CF6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VaultFile / MissionFile / MeetingFile / SkillFile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로컬 파일 시스템 (Markdown)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NotionMeeting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Notion Database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AnalysisReport / LinkedInDraft / WorkflowExecution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메모리 (런타임)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AuditLog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audit/audit.log (로컬 파일)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ERD 설계서</dc:title>
  <dc:subject>PptxGenJS Presentation</dc:subject>
  <dc:creator>PptxGenJS</dc:creator>
  <cp:lastModifiedBy>PptxGenJS</cp:lastModifiedBy>
  <cp:revision>1</cp:revision>
  <dcterms:created xsi:type="dcterms:W3CDTF">2026-05-04T07:31:46Z</dcterms:created>
  <dcterms:modified xsi:type="dcterms:W3CDTF">2026-05-04T07:31:46Z</dcterms:modified>
</cp:coreProperties>
</file>