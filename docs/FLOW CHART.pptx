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CHART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EC8E3"/>
                </a:solidFill>
              </a:rPr>
              <a:t>셀피시 클럽 AI 에이전트 협업 시스템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버전 v1.1  |  작성일 2026-05-01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전체 시스템 플로우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280160" cy="5029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사용자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011680"/>
            <a:ext cx="1645920" cy="50292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 명령 입력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011680"/>
            <a:ext cx="146304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보안 검사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011680"/>
            <a:ext cx="1645920" cy="5029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명령 디스패치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00584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00584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00584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analyze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310896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310896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3108960"/>
            <a:ext cx="731520" cy="36576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54480" y="226314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26314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2080" y="226314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실패 → 감사 로그 후 종료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통과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모든 명령 완료 → 결과 포맷 출력 (table/json/minimal) → 감사 로그 기록 → 사용자에게 반환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2. 자동화 워크플로우 플로우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4173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005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onMissionUpdate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Mission 파일 변경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2115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100584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44368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mission-updated 이벤트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41648" y="12115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51376" y="100584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51376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mission-log 수집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48656" y="12115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58384" y="100584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claude-analyze 분석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55664" y="12115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100584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5392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linkedin-draft 생성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62672" y="121158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005840"/>
            <a:ext cx="109728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0" y="100584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2880" y="2103120"/>
            <a:ext cx="141732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2103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onMeetingSync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37360" y="210312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3736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Notion 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23088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44368" y="210312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44368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notion-fetch 조회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41648" y="23088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51376" y="210312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51376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obsidian-sync 동기화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48656" y="23088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8384" y="210312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58384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report-update 업데이트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55664" y="23088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2103120"/>
            <a:ext cx="109728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565392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완료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82880" y="3200400"/>
            <a:ext cx="141732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32004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onSkillUpdate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320040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73736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Skill 파일 변경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34640" y="34061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320040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944368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skill-updated 이벤트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41648" y="34061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51376" y="320040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151376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site-build 빌드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48656" y="34061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358384" y="320040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358384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vercel-deploy 배포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55664" y="34061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65392" y="320040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565392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deploy-notify 알림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62672" y="340614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72400" y="3200400"/>
            <a:ext cx="109728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77240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완료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82880" y="4297680"/>
            <a:ext cx="141732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9" name="Text 57"/>
          <p:cNvSpPr/>
          <p:nvPr/>
        </p:nvSpPr>
        <p:spPr>
          <a:xfrm>
            <a:off x="182880" y="42976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weeklyDigest (매주 월 09:00)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737360" y="429768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737360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cron 트리거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834640" y="450342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944368" y="429768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2944368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vault-scan 수집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041648" y="450342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51376" y="429768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151376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weekly-report 생성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248656" y="450342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58384" y="429768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358384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github-commit 커밋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55664" y="450342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565392" y="4297680"/>
            <a:ext cx="1097280" cy="4114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6565392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digest-notify 알림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62672" y="450342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72400" y="4297680"/>
            <a:ext cx="109728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7772400" y="4297680"/>
            <a:ext cx="10972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완료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보안 처리 &amp; Step 오류 처리 플로우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보안 처리 플로우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463040" cy="50292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 명령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187452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1463040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권한 확인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51460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2103120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denied → Fail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463040" cy="5029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Rate Limit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31546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743200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denied → Fail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1463040" cy="50292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시크릿 검증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97280" y="379476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3383280"/>
            <a:ext cx="128016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denied → Fail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1463040" cy="5029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명령 핸들러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Step 오류 처리 전략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1371600"/>
            <a:ext cx="1371600" cy="45720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실행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2103120"/>
            <a:ext cx="137160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결과 판단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06440" y="18288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103120"/>
            <a:ext cx="128016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다음 Step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2331720"/>
            <a:ext cx="8229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성공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stop → 실패 종료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566160"/>
            <a:ext cx="2194560" cy="4572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continue → 다음 Step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206240"/>
            <a:ext cx="2194560" cy="457200"/>
          </a:xfrm>
          <a:prstGeom prst="rect">
            <a:avLst/>
          </a:prstGeom>
          <a:solidFill>
            <a:srgbClr val="4A90D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retry → 재시도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06440" y="2560320"/>
            <a:ext cx="0" cy="36576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48640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실패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CHART</dc:title>
  <dc:subject>PptxGenJS Presentation</dc:subject>
  <dc:creator>PptxGenJS</dc:creator>
  <cp:lastModifiedBy>PptxGenJS</cp:lastModifiedBy>
  <cp:revision>1</cp:revision>
  <dcterms:created xsi:type="dcterms:W3CDTF">2026-05-04T07:31:46Z</dcterms:created>
  <dcterms:modified xsi:type="dcterms:W3CDTF">2026-05-04T07:31:46Z</dcterms:modified>
</cp:coreProperties>
</file>