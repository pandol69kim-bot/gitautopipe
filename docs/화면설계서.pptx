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E609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화면설계서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</a:rPr>
              <a:t>셀피시 클럽 AI 에이전트 협업 시스템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9C4"/>
                </a:solidFill>
              </a:rPr>
              <a:t>버전 v1.0  |  작성일 2026-05-01  |  작성자 피터판돌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1. CLI 화면 구성 개요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CLI 진입점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npm start              → 기본 시작 메시지 출력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node dist/cli/index.js → CLI 명령 진입점
</a:t>
            </a:r>
            <a:pPr indent="0" marL="0">
              <a:buNone/>
            </a:pPr>
            <a:r>
              <a:rPr lang="en-US" sz="1300" dirty="0">
                <a:solidFill>
                  <a:srgbClr val="2E6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scan
</a:t>
            </a:r>
            <a:pPr indent="0" marL="0">
              <a:buNone/>
            </a:pPr>
            <a:r>
              <a:rPr lang="en-US" sz="1300" dirty="0">
                <a:solidFill>
                  <a:srgbClr val="2E6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sync
</a:t>
            </a:r>
            <a:pPr indent="0" marL="0">
              <a:buNone/>
            </a:pPr>
            <a:r>
              <a:rPr lang="en-US" sz="1300" dirty="0">
                <a:solidFill>
                  <a:srgbClr val="2E6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analyze
</a:t>
            </a:r>
            <a:pPr indent="0" marL="0">
              <a:buNone/>
            </a:pPr>
            <a:r>
              <a:rPr lang="en-US" sz="1300" dirty="0">
                <a:solidFill>
                  <a:srgbClr val="2E6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deploy
</a:t>
            </a:r>
            <a:pPr indent="0" marL="0">
              <a:buNone/>
            </a:pPr>
            <a:r>
              <a:rPr lang="en-US" sz="1300" dirty="0">
                <a:solidFill>
                  <a:srgbClr val="2E6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workflow
</a:t>
            </a:r>
            <a:pPr indent="0" marL="0">
              <a:buNone/>
            </a:pPr>
            <a:r>
              <a:rPr lang="en-US" sz="1300" dirty="0">
                <a:solidFill>
                  <a:srgbClr val="2E6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status
</a:t>
            </a:r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└── interactive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 주요 출력 화면 — scan / status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scan — table 포맷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393192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┌──────────────────┬──────────┬────────────┐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파일명           │ 태그     │ 수정일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├──────────────────┼──────────┼────────────┤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Mission_2026.md  │ mission  │ 2026-04-30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Meeting_2026.md  │ meeting  │ 2026-04-30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Skill_TS.md      │ skill    │ 2026-04-29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└──────────────────┴──────────┴────────────┘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스캔 완료: 3개 파일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status — table 포맷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393192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┌─────────────────┬──────────────┬──────────┐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ID              │ 트리거       │ 상태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├─────────────────┼──────────────┼──────────┤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onMissionUpdate │ event:mission│registered│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onMeetingSync   │ event:meeting│registered│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weeklyDigest    │ cron:0 9 * * 1│scheduled│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└─────────────────┴──────────────┴──────────┘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interactive — 대화형 모드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005072"/>
            <a:ext cx="8503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실행할 작업을 선택하세요:  ❯ 볼트 스캔 (scan)  |  데이터 동기화 (sync)  |  AI 분석 (analyze)  |  배포 (deploy)  |  종료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 출력 포맷 &amp; 로그 레벨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26517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기본값, 표 형태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사람이 읽기 편한 콘솔 출력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265176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json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1627632"/>
            <a:ext cx="26517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JSON 직렬화 출력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스크립트/자동화 파이프라인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265176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minimal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35040" y="1627632"/>
            <a:ext cx="26517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핵심 결과만 간략 출력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CI/CD 로그 활용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1920240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debug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3502152"/>
            <a:ext cx="192024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내부 함수 호출, 변수 값, API 상세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310896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3108960"/>
            <a:ext cx="192024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info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468880" y="3502152"/>
            <a:ext cx="192024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일반 작업 진행 상황 (기본값)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10896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108960"/>
            <a:ext cx="192024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warn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3502152"/>
            <a:ext cx="192024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비정상이지만 계속 진행 가능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310896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3108960"/>
            <a:ext cx="192024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error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3502152"/>
            <a:ext cx="192024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실행 중단이 필요한 오류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subject>PptxGenJS Presentation</dc:subject>
  <dc:creator>PptxGenJS</dc:creator>
  <cp:lastModifiedBy>PptxGenJS</cp:lastModifiedBy>
  <cp:revision>1</cp:revision>
  <dcterms:created xsi:type="dcterms:W3CDTF">2026-05-04T07:31:46Z</dcterms:created>
  <dcterms:modified xsi:type="dcterms:W3CDTF">2026-05-04T07:31:46Z</dcterms:modified>
</cp:coreProperties>
</file>